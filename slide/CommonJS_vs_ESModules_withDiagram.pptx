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4"/>
  </p:normalViewPr>
  <p:slideViewPr>
    <p:cSldViewPr snapToGrid="0" snapToObjects="1">
      <p:cViewPr varScale="1">
        <p:scale>
          <a:sx n="107" d="100"/>
          <a:sy n="107" d="100"/>
        </p:scale>
        <p:origin x="17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CommonJS vs ES Modules (Node.js)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/>
              <a:t>Understanding Modern JavaScript Module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394" y="1600200"/>
            <a:ext cx="7962405" cy="4525963"/>
          </a:xfrm>
        </p:spPr>
        <p:txBody>
          <a:bodyPr/>
          <a:lstStyle/>
          <a:p>
            <a:r>
              <a:rPr lang="en-US" dirty="0" err="1"/>
              <a:t>CommonJS</a:t>
            </a:r>
            <a:r>
              <a:rPr lang="en-US" dirty="0"/>
              <a:t> (CJS) and ES Modules (ESM) are the two main module systems in JavaScript.</a:t>
            </a:r>
          </a:p>
          <a:p>
            <a:pPr lvl="1"/>
            <a:r>
              <a:rPr lang="en-US" dirty="0" err="1"/>
              <a:t>CommonJS</a:t>
            </a:r>
            <a:r>
              <a:rPr lang="en-US" dirty="0"/>
              <a:t> was Node’s original module system.</a:t>
            </a:r>
          </a:p>
          <a:p>
            <a:pPr lvl="1"/>
            <a:r>
              <a:rPr lang="en-US" dirty="0"/>
              <a:t>ES Modules is the modern ES6 standard.</a:t>
            </a:r>
          </a:p>
          <a:p>
            <a:pPr lvl="1"/>
            <a:r>
              <a:rPr lang="en-US" dirty="0"/>
              <a:t>Both help structure and reuse code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Comparison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534" y="1600200"/>
            <a:ext cx="7404265" cy="452596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CommonJS</a:t>
            </a:r>
            <a:r>
              <a:rPr lang="en-US" dirty="0"/>
              <a:t> (CJS):</a:t>
            </a:r>
          </a:p>
          <a:p>
            <a:pPr lvl="1"/>
            <a:r>
              <a:rPr lang="en-US" dirty="0"/>
              <a:t>Uses require() and </a:t>
            </a:r>
            <a:r>
              <a:rPr lang="en-US" dirty="0" err="1"/>
              <a:t>module.exports</a:t>
            </a:r>
            <a:endParaRPr lang="en-US" dirty="0"/>
          </a:p>
          <a:p>
            <a:pPr lvl="1"/>
            <a:r>
              <a:rPr lang="en-US" dirty="0"/>
              <a:t>Synchronous loading</a:t>
            </a:r>
          </a:p>
          <a:p>
            <a:pPr lvl="1"/>
            <a:r>
              <a:rPr lang="en-US" dirty="0"/>
              <a:t>Node.js default</a:t>
            </a:r>
          </a:p>
          <a:p>
            <a:endParaRPr lang="en-US" dirty="0"/>
          </a:p>
          <a:p>
            <a:r>
              <a:rPr lang="en-US" dirty="0"/>
              <a:t>ES Modules (ESM):</a:t>
            </a:r>
          </a:p>
          <a:p>
            <a:pPr lvl="1"/>
            <a:r>
              <a:rPr lang="en-US" dirty="0"/>
              <a:t>Uses import/export</a:t>
            </a:r>
          </a:p>
          <a:p>
            <a:pPr lvl="1"/>
            <a:r>
              <a:rPr lang="en-US" dirty="0"/>
              <a:t>Asynchronous loading</a:t>
            </a:r>
          </a:p>
          <a:p>
            <a:pPr lvl="1"/>
            <a:r>
              <a:rPr lang="en-US" dirty="0"/>
              <a:t>Supported in Node.js v12+ and browsers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CommonJS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144" y="1600200"/>
            <a:ext cx="7938655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// </a:t>
            </a:r>
            <a:r>
              <a:rPr lang="en-US" dirty="0" err="1"/>
              <a:t>user.js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const name = 'John';</a:t>
            </a:r>
          </a:p>
          <a:p>
            <a:pPr marL="457200" lvl="1" indent="0">
              <a:buNone/>
            </a:pPr>
            <a:r>
              <a:rPr lang="en-US" dirty="0"/>
              <a:t>function greet() {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console.log</a:t>
            </a:r>
            <a:r>
              <a:rPr lang="en-US" dirty="0"/>
              <a:t>(`Hello ${name}`);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r>
              <a:rPr lang="en-US" dirty="0" err="1"/>
              <a:t>module.exports</a:t>
            </a:r>
            <a:r>
              <a:rPr lang="en-US" dirty="0"/>
              <a:t> = { name, greet };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app.js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const { name, greet } = require('./user');</a:t>
            </a:r>
          </a:p>
          <a:p>
            <a:pPr marL="457200" lvl="1" indent="0">
              <a:buNone/>
            </a:pPr>
            <a:r>
              <a:rPr lang="en-US" dirty="0"/>
              <a:t>greet();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ES Modules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0648" y="1600200"/>
            <a:ext cx="7796151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// </a:t>
            </a:r>
            <a:r>
              <a:rPr lang="en-US" dirty="0" err="1"/>
              <a:t>user.mjs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export const name = 'John';</a:t>
            </a:r>
          </a:p>
          <a:p>
            <a:pPr marL="457200" lvl="1" indent="0">
              <a:buNone/>
            </a:pPr>
            <a:r>
              <a:rPr lang="en-US" dirty="0"/>
              <a:t>export function greet() {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console.log</a:t>
            </a:r>
            <a:r>
              <a:rPr lang="en-US" dirty="0"/>
              <a:t>(`Hello ${name}`);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app.mjs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import { name, greet } from './</a:t>
            </a:r>
            <a:r>
              <a:rPr lang="en-US" dirty="0" err="1"/>
              <a:t>user.js</a:t>
            </a:r>
            <a:r>
              <a:rPr lang="en-US" dirty="0"/>
              <a:t>';</a:t>
            </a:r>
          </a:p>
          <a:p>
            <a:pPr marL="457200" lvl="1" indent="0">
              <a:buNone/>
            </a:pPr>
            <a:r>
              <a:rPr lang="en-US" dirty="0"/>
              <a:t>greet();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Node.js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538" y="1600200"/>
            <a:ext cx="6448301" cy="4525963"/>
          </a:xfrm>
        </p:spPr>
        <p:txBody>
          <a:bodyPr/>
          <a:lstStyle/>
          <a:p>
            <a:r>
              <a:rPr lang="en-US" dirty="0" err="1"/>
              <a:t>CommonJS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Default behavior (no config needed)</a:t>
            </a:r>
          </a:p>
          <a:p>
            <a:endParaRPr lang="en-US" dirty="0"/>
          </a:p>
          <a:p>
            <a:r>
              <a:rPr lang="en-US" dirty="0"/>
              <a:t>ES Modules:</a:t>
            </a:r>
          </a:p>
          <a:p>
            <a:pPr lvl="1"/>
            <a:r>
              <a:rPr lang="en-US" dirty="0"/>
              <a:t>Add in </a:t>
            </a:r>
            <a:r>
              <a:rPr lang="en-US" dirty="0" err="1"/>
              <a:t>package.json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{ "type": "module" }</a:t>
            </a:r>
          </a:p>
          <a:p>
            <a:pPr lvl="1"/>
            <a:r>
              <a:rPr lang="en-US" dirty="0"/>
              <a:t>Or use .</a:t>
            </a:r>
            <a:r>
              <a:rPr lang="en-US" dirty="0" err="1"/>
              <a:t>mjs</a:t>
            </a:r>
            <a:r>
              <a:rPr lang="en-US" dirty="0"/>
              <a:t> file extension.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Features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1278" y="1600200"/>
            <a:ext cx="7665522" cy="4525963"/>
          </a:xfrm>
        </p:spPr>
        <p:txBody>
          <a:bodyPr/>
          <a:lstStyle/>
          <a:p>
            <a:r>
              <a:rPr lang="en-US" dirty="0" err="1"/>
              <a:t>CommonJS</a:t>
            </a:r>
            <a:r>
              <a:rPr lang="en-US" dirty="0"/>
              <a:t> loads modules at runtime (useful for dynamic imports)</a:t>
            </a:r>
          </a:p>
          <a:p>
            <a:r>
              <a:rPr lang="en-US" dirty="0"/>
              <a:t>ES Modules support static analysis and tree-shaking</a:t>
            </a:r>
          </a:p>
          <a:p>
            <a:r>
              <a:rPr lang="en-US" dirty="0"/>
              <a:t>ESM works in both browser and Node.js environments</a:t>
            </a:r>
          </a:p>
          <a:p>
            <a:r>
              <a:rPr lang="en-US" dirty="0"/>
              <a:t>Prefer ESM for new projects and TypeScript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3158" y="1600200"/>
            <a:ext cx="7463642" cy="4183083"/>
          </a:xfrm>
        </p:spPr>
        <p:txBody>
          <a:bodyPr/>
          <a:lstStyle/>
          <a:p>
            <a:r>
              <a:rPr lang="en-US" dirty="0" err="1"/>
              <a:t>CommonJS</a:t>
            </a:r>
            <a:r>
              <a:rPr lang="en-US" dirty="0"/>
              <a:t> → Legacy Node.js style using require()</a:t>
            </a:r>
          </a:p>
          <a:p>
            <a:r>
              <a:rPr lang="en-US" dirty="0"/>
              <a:t>ES Modules → Modern standard using import/export</a:t>
            </a:r>
          </a:p>
          <a:p>
            <a:endParaRPr lang="en-US" dirty="0"/>
          </a:p>
          <a:p>
            <a:r>
              <a:rPr lang="en-TH" dirty="0"/>
              <a:t>✅ </a:t>
            </a:r>
            <a:r>
              <a:rPr lang="en-US" dirty="0"/>
              <a:t>Use ESM for modern applications</a:t>
            </a:r>
          </a:p>
          <a:p>
            <a:r>
              <a:rPr lang="en-US" dirty="0"/>
              <a:t>⚙️ Use CJS for backward compatibility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/>
              <a:t>Visual Comparison: </a:t>
            </a:r>
            <a:r>
              <a:rPr lang="en-US" sz="3200" dirty="0" err="1"/>
              <a:t>CommonJS</a:t>
            </a:r>
            <a:r>
              <a:rPr lang="en-US" sz="3200" dirty="0"/>
              <a:t> vs ES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984171" cy="3657600"/>
          </a:xfrm>
          <a:prstGeom prst="rect">
            <a:avLst/>
          </a:prstGeom>
          <a:solidFill>
            <a:srgbClr val="F0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>
                <a:solidFill>
                  <a:srgbClr val="002060"/>
                </a:solidFill>
              </a:rPr>
              <a:t>CommonJS</a:t>
            </a:r>
            <a:r>
              <a:rPr dirty="0">
                <a:solidFill>
                  <a:srgbClr val="002060"/>
                </a:solidFill>
              </a:rPr>
              <a:t> Flow</a:t>
            </a:r>
          </a:p>
          <a:p>
            <a:endParaRPr dirty="0">
              <a:solidFill>
                <a:srgbClr val="002060"/>
              </a:solidFill>
            </a:endParaRPr>
          </a:p>
          <a:p>
            <a:r>
              <a:rPr dirty="0">
                <a:solidFill>
                  <a:srgbClr val="002060"/>
                </a:solidFill>
              </a:rPr>
              <a:t>1️⃣ require('./module')</a:t>
            </a:r>
          </a:p>
          <a:p>
            <a:r>
              <a:rPr dirty="0">
                <a:solidFill>
                  <a:srgbClr val="002060"/>
                </a:solidFill>
              </a:rPr>
              <a:t>2️⃣ Code executes immediately (runtime)</a:t>
            </a:r>
          </a:p>
          <a:p>
            <a:r>
              <a:rPr dirty="0">
                <a:solidFill>
                  <a:srgbClr val="002060"/>
                </a:solidFill>
              </a:rPr>
              <a:t>3️⃣ </a:t>
            </a:r>
            <a:r>
              <a:rPr dirty="0" err="1">
                <a:solidFill>
                  <a:srgbClr val="002060"/>
                </a:solidFill>
              </a:rPr>
              <a:t>module.exports</a:t>
            </a:r>
            <a:r>
              <a:rPr dirty="0">
                <a:solidFill>
                  <a:srgbClr val="002060"/>
                </a:solidFill>
              </a:rPr>
              <a:t> returns object</a:t>
            </a:r>
          </a:p>
          <a:p>
            <a:r>
              <a:rPr dirty="0">
                <a:solidFill>
                  <a:srgbClr val="002060"/>
                </a:solidFill>
              </a:rPr>
              <a:t>4️⃣ Synchronous loading</a:t>
            </a:r>
          </a:p>
          <a:p>
            <a:r>
              <a:rPr dirty="0">
                <a:solidFill>
                  <a:srgbClr val="002060"/>
                </a:solidFill>
              </a:rPr>
              <a:t>5️⃣ Node.js specific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2011" y="1371600"/>
            <a:ext cx="3604163" cy="3657600"/>
          </a:xfrm>
          <a:prstGeom prst="rect">
            <a:avLst/>
          </a:prstGeom>
          <a:solidFill>
            <a:srgbClr val="E6FF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 Modules Flow</a:t>
            </a:r>
          </a:p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1️⃣ import {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func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} from './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module.js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'</a:t>
            </a:r>
          </a:p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2️⃣ Static analysis before execution</a:t>
            </a:r>
          </a:p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3️⃣ export defines explicit bindings</a:t>
            </a:r>
          </a:p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4️⃣ Asynchronous loading</a:t>
            </a:r>
          </a:p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5️⃣ Works in Browser + Node.js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75812" y="2369125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475812" y="3283525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2832" y="521207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505050"/>
                </a:solidFill>
              </a:defRPr>
            </a:pPr>
            <a:r>
              <a:rPr dirty="0" err="1"/>
              <a:t>CommonJS</a:t>
            </a:r>
            <a:r>
              <a:rPr dirty="0"/>
              <a:t> executes modules at runtime, while ES Modules are loaded statically and can be optimized.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B52E948E180F46BBCC63E12F9C0EB6" ma:contentTypeVersion="3" ma:contentTypeDescription="Create a new document." ma:contentTypeScope="" ma:versionID="e80061d0283ec00069f4e4588862c57e">
  <xsd:schema xmlns:xsd="http://www.w3.org/2001/XMLSchema" xmlns:xs="http://www.w3.org/2001/XMLSchema" xmlns:p="http://schemas.microsoft.com/office/2006/metadata/properties" xmlns:ns2="f20d265c-e380-4249-b23a-79705f839ae5" targetNamespace="http://schemas.microsoft.com/office/2006/metadata/properties" ma:root="true" ma:fieldsID="fa4a307f574c4e902a5dc3fb5fc25f84" ns2:_="">
    <xsd:import namespace="f20d265c-e380-4249-b23a-79705f839a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0d265c-e380-4249-b23a-79705f839a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01484F-0E93-4346-ACC7-A7AD9DD60021}"/>
</file>

<file path=customXml/itemProps2.xml><?xml version="1.0" encoding="utf-8"?>
<ds:datastoreItem xmlns:ds="http://schemas.openxmlformats.org/officeDocument/2006/customXml" ds:itemID="{E964CD25-3F81-4271-92F4-DF57BF40D173}"/>
</file>

<file path=customXml/itemProps3.xml><?xml version="1.0" encoding="utf-8"?>
<ds:datastoreItem xmlns:ds="http://schemas.openxmlformats.org/officeDocument/2006/customXml" ds:itemID="{F67C0B35-EE54-4DE6-A9CB-AF13BE41A1F4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388</Words>
  <Application>Microsoft Macintosh PowerPoint</Application>
  <PresentationFormat>On-screen Show (4:3)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CommonJS vs ES Modules (Node.js)</vt:lpstr>
      <vt:lpstr>Overview</vt:lpstr>
      <vt:lpstr>Comparison Summary</vt:lpstr>
      <vt:lpstr>CommonJS Example</vt:lpstr>
      <vt:lpstr>ES Modules Example</vt:lpstr>
      <vt:lpstr>Node.js Configuration</vt:lpstr>
      <vt:lpstr>Features and Best Practices</vt:lpstr>
      <vt:lpstr>Summary</vt:lpstr>
      <vt:lpstr>Visual Comparison: CommonJS vs ES Modules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pichet limvajiranan</cp:lastModifiedBy>
  <cp:revision>6</cp:revision>
  <dcterms:created xsi:type="dcterms:W3CDTF">2013-01-27T09:14:16Z</dcterms:created>
  <dcterms:modified xsi:type="dcterms:W3CDTF">2025-10-31T05:18:08Z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0x01010086B52E948E180F46BBCC63E12F9C0EB6</vt:lpwstr>
  </property>
</Properties>
</file>